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11640312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1640312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400" b="1" dirty="0">
                <a:solidFill>
                  <a:srgbClr val="5FA8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Annotation Tool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274320" y="3236976"/>
            <a:ext cx="11640312" cy="36576"/>
          </a:xfrm>
          <a:prstGeom prst="rect">
            <a:avLst/>
          </a:prstGeom>
          <a:solidFill>
            <a:srgbClr val="3A6A96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364992"/>
            <a:ext cx="11640312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PDF 슬라이드 위에 실시간 주석을 그리는 브라우저 기반 어노테이션 도구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4096512"/>
            <a:ext cx="2800350" cy="53035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096512"/>
            <a:ext cx="280035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PDF.js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20974" y="4096512"/>
            <a:ext cx="2800350" cy="53035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0974" y="4096512"/>
            <a:ext cx="280035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Canvas API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67628" y="4096512"/>
            <a:ext cx="2800350" cy="53035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7628" y="4096512"/>
            <a:ext cx="280035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Vanilla JS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14282" y="4096512"/>
            <a:ext cx="2800350" cy="53035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4282" y="4096512"/>
            <a:ext cx="280035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단일 HTML 파일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" y="5760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42632" y="5760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  ·  vibecodinglab.ai.kr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  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42416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42416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042416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088136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461107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· 대상 사용자 · 핵심 특징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849701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49701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1849701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1895421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구성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2268391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IDLE 화면 · PRESENTING 모드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656985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56985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5840" y="2656985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702705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그리기 도구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3075676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 상세 설명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464270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64270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5840" y="3464270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3509990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 &amp; 두께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0432" y="3882960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색상 팔레트 · 선 두께 슬라이더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271554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271554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05840" y="4271554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4317274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방법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70432" y="4690245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7단계 Step by Step 가이드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5078839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5078839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5840" y="5078839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5124559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키보드 단축키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70432" y="5497530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전환 · 슬라이드 이동 · 전체화면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5886123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5886123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05840" y="5886123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0432" y="5931843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70432" y="6304814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Vanilla JS · PDF.js · Canvas API · Docker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앱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강사를 위한 PDF 강의자료 실시간 주석 도구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08176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517904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 목적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2075688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PDF 슬라이드 위 실시간 주석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흐름을 유지하며 핵심 내용 시각적으로 강조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67628" y="1408176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3932" y="1517904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👩‍🏫  대상 사용자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13932" y="2075688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· 교육자 · 발표자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PDF로 변환한 강의자료를 활용하는 모든 사용자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4087368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4197096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핵심 특징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0624" y="4754880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불필요 — 브라우저에서 즉시 실행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index.html 파일 하나로 완결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67628" y="4087368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3932" y="4197096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완전 로컬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13932" y="4754880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통신 없음 · 외부 API 없음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파일은 브라우저 메모리 안에서만 처리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화면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페이지 · 두 가지 모드 전환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5747004" cy="5248656"/>
          </a:xfrm>
          <a:prstGeom prst="rect">
            <a:avLst/>
          </a:prstGeom>
          <a:solidFill>
            <a:srgbClr val="F9FAF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99616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🏠  IDLE 화면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📂  PDF 드래그&amp;드롭 영역 (화면 전체)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75273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 파일 선택 버튼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20578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 비PDF 파일 → 오류 토스트 표시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65883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암호화 PDF → 비밀번호 입력 프롬프트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611189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⏳  로딩 스피너 + "PDF 로딩 중..." 표시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5256494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🌙  라이트 / 다크 테마 토글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901799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🦶  바이브코딩랩 푸터 (PRESENTING 시 숨김)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67628" y="1389888"/>
            <a:ext cx="5747004" cy="5248656"/>
          </a:xfrm>
          <a:prstGeom prst="rect">
            <a:avLst/>
          </a:prstGeom>
          <a:solidFill>
            <a:srgbClr val="F9FA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3932" y="1499616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🎬  PRESENTING 모드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0508" y="2029968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 PDF 슬라이드 전체화면 렌더링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0508" y="2675273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Canvas 오버레이 — 7가지 그리기 도구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0508" y="3320578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 우측 고정 툴바 (도구 · 색상 · 두께)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0508" y="3965883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⬇️  하단 컨트롤 바 (이전 / 다음 / 페이지)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0508" y="4611189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💾  PNG 저장 (PDF + 주석 합성 다운로드)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0508" y="5256494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⌨️  키보드 단축키 풀 지원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0508" y="5901799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전체화면 API 토글 (F키)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그리기 도구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 · 숫자키 1~7로 즉시 전환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814066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99616"/>
            <a:ext cx="2521458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펜 (1)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2057400"/>
            <a:ext cx="2521458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곡선 드로잉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마우스/터치 경로 그대로 기록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16402" y="1389888"/>
            <a:ext cx="2814066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2706" y="1499616"/>
            <a:ext cx="2521458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➡️  화살표 (2)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62706" y="2057400"/>
            <a:ext cx="2521458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방향으로 화살표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채운 삼각형 화살촉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58484" y="1389888"/>
            <a:ext cx="2814066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4788" y="1499616"/>
            <a:ext cx="2521458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  동그라미 (3)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4788" y="2057400"/>
            <a:ext cx="2521458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범위에 내접 타원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PowerPoint 동일 방식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00566" y="1389888"/>
            <a:ext cx="2814066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6870" y="1499616"/>
            <a:ext cx="2521458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⬜  네모 (4)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246870" y="2057400"/>
            <a:ext cx="2521458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드래그로 사각형 영역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윤곽선만 표시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4078224"/>
            <a:ext cx="3782568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4187952"/>
            <a:ext cx="3489960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🅣  텍스트 (5)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0624" y="4745736"/>
            <a:ext cx="3489960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 위치에 인라인 입력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바깥 클릭 시 Canvas 고정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3192" y="4078224"/>
            <a:ext cx="3782568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9496" y="4187952"/>
            <a:ext cx="3489960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🖊️  형광펜 (6)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349496" y="4745736"/>
            <a:ext cx="3489960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반투명 색상으로 강조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넓은 선폭 자동 적용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2064" y="4078224"/>
            <a:ext cx="3782568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8368" y="4187952"/>
            <a:ext cx="3489960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⌫  지우개 (7)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78368" y="4745736"/>
            <a:ext cx="3489960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픽셀 단위 삭제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eraser stroke로 저장·재현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색상 &amp; 두께 설정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색상 · 선 두께 슬라이더 · localStorage 자동 저장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08176"/>
            <a:ext cx="2800350" cy="2743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517904"/>
            <a:ext cx="2580894" cy="1481328"/>
          </a:xfrm>
          <a:prstGeom prst="rect">
            <a:avLst/>
          </a:prstGeom>
          <a:solidFill>
            <a:srgbClr val="FF333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090672"/>
            <a:ext cx="261747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474720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#FF3333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767328"/>
            <a:ext cx="261747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강조 · 중요 표시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20974" y="1408176"/>
            <a:ext cx="2800350" cy="2743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0702" y="1517904"/>
            <a:ext cx="2580894" cy="1481328"/>
          </a:xfrm>
          <a:prstGeom prst="rect">
            <a:avLst/>
          </a:prstGeom>
          <a:solidFill>
            <a:srgbClr val="FFE03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2414" y="3090672"/>
            <a:ext cx="261747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Yellow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12414" y="3474720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#FFE033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2414" y="3767328"/>
            <a:ext cx="261747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· 메모 강조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67628" y="1408176"/>
            <a:ext cx="2800350" cy="2743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7356" y="1517904"/>
            <a:ext cx="2580894" cy="1481328"/>
          </a:xfrm>
          <a:prstGeom prst="rect">
            <a:avLst/>
          </a:prstGeom>
          <a:solidFill>
            <a:srgbClr val="84CC1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9068" y="3090672"/>
            <a:ext cx="261747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Lime Green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59068" y="3474720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#84CC16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9068" y="3767328"/>
            <a:ext cx="261747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 · 정답 표시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14282" y="1408176"/>
            <a:ext cx="2800350" cy="2743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4010" y="1517904"/>
            <a:ext cx="2580894" cy="1481328"/>
          </a:xfrm>
          <a:prstGeom prst="rect">
            <a:avLst/>
          </a:prstGeom>
          <a:solidFill>
            <a:srgbClr val="3B82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5722" y="3090672"/>
            <a:ext cx="261747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Blue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05722" y="3474720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#3B82F6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05722" y="3767328"/>
            <a:ext cx="261747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설명 · 링크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11640312" cy="23225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07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🎚️  선 두께 슬라이더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57200" y="4791456"/>
            <a:ext cx="11274552" cy="1773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기본값 4px  ·  슬라이더로 선 굵기 조절  ·  선택 값은 localStorage에 자동 저장  ·  앱 재시작 시 자동 복원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사용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0882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088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1042416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078992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준비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10128" y="1155279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078992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PowerPoint / Keynote / Google Slides → PDF로 내보내기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1988167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8816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1248" y="1849701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886277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열기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10128" y="1962564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886277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브라우저에서 index.html 파일 열기 (설치 불필요)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2795451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9545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41248" y="2656985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693561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로드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310128" y="2769848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693561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파일을 화면에 드래그&amp;드롭 하거나 클릭해서 선택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" y="3602736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02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41248" y="3464270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500846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선택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310128" y="3577133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3500846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툴바에서 도구 · 색상 · 두께 선택 (숫자키 1~7)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74320" y="4410021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1002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41248" y="4271554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308130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그리기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3310128" y="4384417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4308130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위에서 마우스/터치로 자유롭게 주석 추가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74320" y="5217305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521730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841248" y="5078839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115415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이동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3310128" y="5191702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5115415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→ 방향키 또는 하단 버튼 · 주석은 페이지별 자동 보존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74320" y="6024590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602459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41248" y="5886123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" y="5922699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PNG 저장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3310128" y="5998987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1568" y="5922699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💾 버튼 → slide-N.png 다운로드 (PDF + 주석 합성)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키보드 단축키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없이 모든 기능 제어 가능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5747004" cy="524865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17904"/>
            <a:ext cx="541782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도구 선택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" y="2195866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19586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029968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" y="2838559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838559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2672661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화살표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" y="3481251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481251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315353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동그라미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" y="4123944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12394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3958046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912" y="4766637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766637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7008" y="4600738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912" y="5409329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5409329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5243431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형광펜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912" y="6052022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605202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7008" y="5886123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지우개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67628" y="1389888"/>
            <a:ext cx="5747004" cy="524865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2220" y="1517904"/>
            <a:ext cx="541782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슬라이드 &amp; 화면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332220" y="2436876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2220" y="24368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00316" y="2029968"/>
            <a:ext cx="4686300" cy="11247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슬라이드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2220" y="3561588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2220" y="356158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00316" y="3154680"/>
            <a:ext cx="4686300" cy="11247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슬라이드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2220" y="4686300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2220" y="46863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00316" y="4279392"/>
            <a:ext cx="4686300" cy="11247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슬라이드 주석 초기화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2220" y="5811012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2220" y="581101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0316" y="5404104"/>
            <a:ext cx="4686300" cy="11247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전체화면 토글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기술 스택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의존성 최소화 · 브라우저 네이티브 API 활용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08176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517904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 PDF.js (CDN)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2075688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Mozilla 공식 PDF 렌더링 라이브러리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v3.11.174 · Eager 전체 페이지 렌더링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 PDF 지원 (onPassword 콜백)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67628" y="1408176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3932" y="1517904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HTML5 Canvas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13932" y="2075688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레이어 분리: pdf-layer / draw-layer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destination-out 합성으로 지우개 구현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좌표 0~1 정규화 저장 (해상도 독립)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4087368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4197096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Vanilla JS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0624" y="4754880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순수 JS (프레임워크 없음)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async/await 패턴 통일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모듈: PDFRenderer, StrokeStore 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67628" y="4087368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3932" y="4197096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배포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13932" y="4754880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index.html — 로컬 파일 즉시 실행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+ Express 서버 배포 지원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Pages 정적 배포 가능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11640312" cy="100584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Annotation Tool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1640312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강사를 위한 가장 가벼운 실시간 PDF 주석 도구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450592"/>
            <a:ext cx="11640312" cy="36576"/>
          </a:xfrm>
          <a:prstGeom prst="rect">
            <a:avLst/>
          </a:prstGeom>
          <a:solidFill>
            <a:srgbClr val="3A6A96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596896"/>
            <a:ext cx="3782568" cy="2980944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724912"/>
            <a:ext cx="378256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84048" y="3328416"/>
            <a:ext cx="3563112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파일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84048" y="3749040"/>
            <a:ext cx="35631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index.html 하나로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실행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3192" y="2596896"/>
            <a:ext cx="3782568" cy="2980944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3192" y="2724912"/>
            <a:ext cx="378256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12920" y="3328416"/>
            <a:ext cx="3563112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312920" y="3749040"/>
            <a:ext cx="35631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펜·화살표·도형·텍스트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형광펜·지우개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2064" y="2596896"/>
            <a:ext cx="3782568" cy="2980944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2064" y="2724912"/>
            <a:ext cx="378256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⌨️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41792" y="3328416"/>
            <a:ext cx="3563112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 완비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41792" y="3749040"/>
            <a:ext cx="35631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이동·초기화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전체화면·PNG 저장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" y="5760720"/>
            <a:ext cx="1164031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바이브코딩랩  ·  vibecodinglab.ai.kr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2026-04-07T09:13:31Z</dcterms:created>
  <dcterms:modified xsi:type="dcterms:W3CDTF">2026-04-07T09:13:31Z</dcterms:modified>
</cp:coreProperties>
</file>