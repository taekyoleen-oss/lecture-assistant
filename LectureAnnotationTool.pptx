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127248"/>
            <a:ext cx="768096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Annotation Tool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위에 실시간 주석을 그리는 브라우저 기반 어노테이션 도구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3310128"/>
            <a:ext cx="1920240" cy="38404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310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PDF.js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6352" y="3310128"/>
            <a:ext cx="1920240" cy="38404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3310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Canvas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01184" y="3310128"/>
            <a:ext cx="1920240" cy="38404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01184" y="3310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Vanilla JS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86016" y="3310128"/>
            <a:ext cx="1920240" cy="384048"/>
          </a:xfrm>
          <a:prstGeom prst="rect">
            <a:avLst/>
          </a:prstGeom>
          <a:solidFill>
            <a:srgbClr val="2D4F73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86016" y="33101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단일 HTML 파일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0350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6035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바이브코딩랩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00  목차  Contents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69848"/>
            <a:ext cx="548640" cy="819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69848"/>
            <a:ext cx="548640" cy="819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41832" y="1069848"/>
            <a:ext cx="7882128" cy="8199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106424"/>
            <a:ext cx="2743200" cy="450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앱 개요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9848" y="1496202"/>
            <a:ext cx="7498080" cy="36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 · 대상 사용자 · 특징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35480"/>
            <a:ext cx="548640" cy="819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35480"/>
            <a:ext cx="548640" cy="819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41832" y="1935480"/>
            <a:ext cx="7882128" cy="8199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9848" y="1972056"/>
            <a:ext cx="2743200" cy="450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화면 구성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69848" y="2361834"/>
            <a:ext cx="7498080" cy="36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IDLE 화면 · PRESENTING 모드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801112"/>
            <a:ext cx="548640" cy="819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801112"/>
            <a:ext cx="548640" cy="819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41832" y="2801112"/>
            <a:ext cx="7882128" cy="8199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2837688"/>
            <a:ext cx="2743200" cy="450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그리기 도구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9848" y="3227466"/>
            <a:ext cx="7498080" cy="36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· 색상 · 두께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666744"/>
            <a:ext cx="548640" cy="819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666744"/>
            <a:ext cx="548640" cy="819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41832" y="3666744"/>
            <a:ext cx="7882128" cy="8199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9848" y="3703320"/>
            <a:ext cx="2743200" cy="450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방법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9848" y="4093098"/>
            <a:ext cx="7498080" cy="36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by Step 가이드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4532376"/>
            <a:ext cx="548640" cy="819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532376"/>
            <a:ext cx="548640" cy="819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1832" y="4532376"/>
            <a:ext cx="7882128" cy="8199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568952"/>
            <a:ext cx="2743200" cy="450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키보드 단축키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69848" y="4958730"/>
            <a:ext cx="7498080" cy="36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전환 · 슬라이드 이동 · 기타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" y="5398008"/>
            <a:ext cx="548640" cy="819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5398008"/>
            <a:ext cx="548640" cy="819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41832" y="5398008"/>
            <a:ext cx="7882128" cy="81991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5434584"/>
            <a:ext cx="2743200" cy="4509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69848" y="5824362"/>
            <a:ext cx="7498080" cy="36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Vanilla JS · PDF.js · Canvas API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 앱 개요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PDF 강의자료 실시간 주석 도구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435608"/>
            <a:ext cx="4169664" cy="23134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527048"/>
            <a:ext cx="3913632" cy="83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🎯  목적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8056" y="2414748"/>
            <a:ext cx="3913632" cy="12428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중 PDF 슬라이드 위 실시간 주석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흐름 유지하며 시각적 강조 가능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54296" y="1435608"/>
            <a:ext cx="4169664" cy="23134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527048"/>
            <a:ext cx="3913632" cy="83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👩‍🏫  대상 사용자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82312" y="2414748"/>
            <a:ext cx="3913632" cy="12428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 · 교육자 · 발표자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변환 강의자료 사용자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3858768"/>
            <a:ext cx="4169664" cy="23134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3950208"/>
            <a:ext cx="3913632" cy="83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핵심 특징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" y="4837908"/>
            <a:ext cx="3913632" cy="12428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불필요 — 브라우저 즉시 실행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HTML 파일로 완결 (index.html)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54296" y="3858768"/>
            <a:ext cx="4169664" cy="23134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3950208"/>
            <a:ext cx="3913632" cy="8328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 완전 로컬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82312" y="4837908"/>
            <a:ext cx="3913632" cy="124285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서버 통신 없음 · 외부 API 없음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파일은 브라우저 메모리에서만 처리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 화면 구성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페이지, 두 가지 모드 전환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408176"/>
            <a:ext cx="4160520" cy="4764024"/>
          </a:xfrm>
          <a:prstGeom prst="rect">
            <a:avLst/>
          </a:prstGeom>
          <a:solidFill>
            <a:srgbClr val="F9FAFB"/>
          </a:solidFill>
          <a:ln w="190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517904"/>
            <a:ext cx="390448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🏠  IDLE 화면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84632" y="1929384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📂 PDF 드래그&amp;드롭 영역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" y="2621280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📁 파일 선택 버튼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" y="3313176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⚠️ 비PDF 파일 → 오류 토스트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" y="4005072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🔒 암호화 PDF → 비밀번호 프롬프트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" y="4696968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⏳ 로딩 스피너 + 진행 메시지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" y="5388864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🦶 바이브코딩랩 푸터 표시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663440" y="1408176"/>
            <a:ext cx="4160520" cy="4764024"/>
          </a:xfrm>
          <a:prstGeom prst="rect">
            <a:avLst/>
          </a:prstGeom>
          <a:solidFill>
            <a:srgbClr val="F9FAFB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517904"/>
            <a:ext cx="3904488" cy="384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🎬  PRESENTING 모드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28032" y="1929384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📐 PDF 슬라이드 전체화면 렌더링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28032" y="2621280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Canvas 오버레이 — 7가지 도구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28032" y="3313176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📌 우측 고정 툴바 (도구/색상/두께)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828032" y="4005072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⬇️ 하단 컨트롤 바 (이전/다음/페이지)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28032" y="4696968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💾 PNG 저장 버튼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28032" y="5388864"/>
            <a:ext cx="3831336" cy="691896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🌙 라이트/다크 테마 토글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그리기 도구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7가지 도구 · 4가지 색상 · 두께 슬라이더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408176"/>
            <a:ext cx="2043684" cy="23362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499616"/>
            <a:ext cx="1787652" cy="8410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✏️  펜 (1)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8056" y="2395545"/>
            <a:ext cx="1787652" cy="12574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자유 곡선 드로잉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이동 경로 그대로 기록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473452" y="1408176"/>
            <a:ext cx="2043684" cy="23362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1468" y="1499616"/>
            <a:ext cx="1787652" cy="8410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➡️  화살표 (2)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01468" y="2395545"/>
            <a:ext cx="1787652" cy="12574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시작~끝 드래그로 화살표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채운 삼각형 화살촉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26864" y="1408176"/>
            <a:ext cx="2043684" cy="23362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99616"/>
            <a:ext cx="1787652" cy="8410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⭕  동그라미 (3)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54880" y="2395545"/>
            <a:ext cx="1787652" cy="12574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바운딩 박스 내접 타원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동일 방식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80276" y="1408176"/>
            <a:ext cx="2043684" cy="23362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8292" y="1499616"/>
            <a:ext cx="1787652" cy="8410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⬜  네모 (4)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908292" y="2395545"/>
            <a:ext cx="1787652" cy="12574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드래그로 사각형 영역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윤곽선만 표시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396746" y="3835908"/>
            <a:ext cx="2043684" cy="23362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4762" y="3927348"/>
            <a:ext cx="1787652" cy="8410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🅣  텍스트 (5)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24762" y="4823277"/>
            <a:ext cx="1787652" cy="12574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클릭 위치에 인라인 입력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확정 시 Canvas에 고정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550158" y="3835908"/>
            <a:ext cx="2043684" cy="23362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8174" y="3927348"/>
            <a:ext cx="1787652" cy="8410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🖊️  형광펜 (6)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78174" y="4823277"/>
            <a:ext cx="1787652" cy="12574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반투명 색상으로 강조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넓은 선폭 자동 적용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03570" y="3835908"/>
            <a:ext cx="2043684" cy="233629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1586" y="3927348"/>
            <a:ext cx="1787652" cy="84106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⌫  지우개 (7)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831586" y="4823277"/>
            <a:ext cx="1787652" cy="125748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destination-out으로 픽셀 제거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eraser stroke로 저장 · 재현 가능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 색상 &amp; 두께 설정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4가지 기본 색상 + 선 두께 슬라이더 · 형광펜 반투명 자동 적용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435608"/>
            <a:ext cx="2002536" cy="2011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8056" y="1545336"/>
            <a:ext cx="1746504" cy="914400"/>
          </a:xfrm>
          <a:prstGeom prst="rect">
            <a:avLst/>
          </a:prstGeom>
          <a:solidFill>
            <a:srgbClr val="FF33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251460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" y="2807208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#FF3333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308152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강조 · 중요 표시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87168" y="1435608"/>
            <a:ext cx="2002536" cy="2011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15184" y="1545336"/>
            <a:ext cx="1746504" cy="914400"/>
          </a:xfrm>
          <a:prstGeom prst="rect">
            <a:avLst/>
          </a:prstGeom>
          <a:solidFill>
            <a:srgbClr val="FFE03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51460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Yellow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2807208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#FFE033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60320" y="308152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 · 메모 강조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54296" y="1435608"/>
            <a:ext cx="2002536" cy="2011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1545336"/>
            <a:ext cx="1746504" cy="914400"/>
          </a:xfrm>
          <a:prstGeom prst="rect">
            <a:avLst/>
          </a:prstGeom>
          <a:solidFill>
            <a:srgbClr val="84CC1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251460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Lime Green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27448" y="2807208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#84CC16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27448" y="308152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긍정 · 정답 표시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21424" y="1435608"/>
            <a:ext cx="2002536" cy="20116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545336"/>
            <a:ext cx="174650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2514600"/>
            <a:ext cx="1856232" cy="3291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Blue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94576" y="2807208"/>
            <a:ext cx="1856232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#3B82F6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3081528"/>
            <a:ext cx="1856232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설명 · 링크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3630168"/>
            <a:ext cx="8503920" cy="2542032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398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🎚️  선 두께 슬라이더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2920" y="4087368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기본값 4px · localStorage에 자동 저장 · 재실행 시 복원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  사용 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2203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22203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069848"/>
            <a:ext cx="8001000" cy="68841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115568"/>
            <a:ext cx="2011680" cy="37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준비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063240" y="1106424"/>
            <a:ext cx="5577840" cy="6152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PowerPoint / Keynote / Google Slides → PDF로 내보내기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965307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96530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1813125"/>
            <a:ext cx="8001000" cy="68841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858845"/>
            <a:ext cx="2011680" cy="37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index.html 열기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63240" y="1849701"/>
            <a:ext cx="5577840" cy="6152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브라우저에서 index.html 파일 열기 (설치 불필요)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2708583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70858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2556401"/>
            <a:ext cx="8001000" cy="68841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602121"/>
            <a:ext cx="2011680" cy="37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PDF 로드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063240" y="2592977"/>
            <a:ext cx="5577840" cy="6152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파일을 화면에 드래그&amp;드롭 하거나 클릭해서 선택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0040" y="345186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4518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3299678"/>
            <a:ext cx="8001000" cy="68841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345398"/>
            <a:ext cx="2011680" cy="37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 선택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063240" y="3336254"/>
            <a:ext cx="5577840" cy="6152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우측 툴바에서 도구·색상·두께 선택 (숫자키 1~7)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4195137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19513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2960" y="4042954"/>
            <a:ext cx="8001000" cy="68841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088674"/>
            <a:ext cx="2011680" cy="37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슬라이드에 그리기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063240" y="4079530"/>
            <a:ext cx="5577840" cy="6152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캔버스 위에서 마우스/터치로 자유롭게 주석 추가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20040" y="4938413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38413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" y="4786231"/>
            <a:ext cx="8001000" cy="68841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831951"/>
            <a:ext cx="2011680" cy="37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슬라이드 이동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063240" y="4822807"/>
            <a:ext cx="5577840" cy="6152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← → 방향키 또는 하단 버튼으로 슬라이드 이동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주석은 페이지별 자동 보존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5681690"/>
            <a:ext cx="384048" cy="384048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568169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2960" y="5529507"/>
            <a:ext cx="8001000" cy="688413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0120" y="5575227"/>
            <a:ext cx="2011680" cy="37862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PNG 저장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063240" y="5566083"/>
            <a:ext cx="5577840" cy="6152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하단 💾 버튼 클릭 → slide-N.png 다운로드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(PDF 레이어 + 주석 합성)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  키보드 단축키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마우스 없이도 모든 기능 제어 가능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408176"/>
            <a:ext cx="4160520" cy="476402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179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🔧 도구 선택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20755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20755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956816"/>
            <a:ext cx="3246120" cy="6021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22953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22953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9848" y="2559014"/>
            <a:ext cx="3246120" cy="6021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화살표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25150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2515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3161211"/>
            <a:ext cx="3246120" cy="6021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동그라미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927348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2734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" y="3763409"/>
            <a:ext cx="3246120" cy="6021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네모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4529546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2954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69848" y="4365607"/>
            <a:ext cx="3246120" cy="6021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텍스트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5131743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5131743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9848" y="4967805"/>
            <a:ext cx="3246120" cy="6021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형광펜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5733941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73394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69848" y="5570002"/>
            <a:ext cx="3246120" cy="60219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지우개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1408176"/>
            <a:ext cx="4160520" cy="4764024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51790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슬라이드 제어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800600" y="2346579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346579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13248" y="1956816"/>
            <a:ext cx="3246120" cy="10538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이전 슬라이드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800600" y="3400425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400425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13248" y="3010662"/>
            <a:ext cx="3246120" cy="10538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슬라이드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800600" y="4454271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4454271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13248" y="4064508"/>
            <a:ext cx="3246120" cy="10538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슬라이드 주석 초기화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800600" y="5508117"/>
            <a:ext cx="50292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5508117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13248" y="5118354"/>
            <a:ext cx="3246120" cy="105384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전체화면 토글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71323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  기술 스택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2412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 의존성 최소화 · 브라우저 네이티브 API 활용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408176"/>
            <a:ext cx="4169664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48056" y="1499616"/>
            <a:ext cx="3913632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📄  PDF.js (CDN)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8056" y="2392253"/>
            <a:ext cx="3913632" cy="125163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Mozilla 공식 PDF 렌더링 라이브러리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v3.11.174 · Eager 전체 페이지 렌더링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암호화 PDF 지원 (onPassword 콜백)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54296" y="1408176"/>
            <a:ext cx="4169664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82312" y="1499616"/>
            <a:ext cx="3913632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🎨  HTML5 Canvas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82312" y="2392253"/>
            <a:ext cx="3913632" cy="125163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레이어 분리: pdf-layer / draw-layer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destination-out으로 지우개 구현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좌표 0~1 정규화 저장 (해상도 독립)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3845052"/>
            <a:ext cx="4169664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3936492"/>
            <a:ext cx="3913632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⚡  Vanilla 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48056" y="4829129"/>
            <a:ext cx="3913632" cy="125163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순수 JS (프레임워크 없음)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async/await 패턴 통일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6개 모듈: PDFRenderer, StrokeStore 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654296" y="3845052"/>
            <a:ext cx="4169664" cy="2327148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82312" y="3936492"/>
            <a:ext cx="3913632" cy="83777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🖥️  단일 HTML 파일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82312" y="4829129"/>
            <a:ext cx="3913632" cy="125163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 + CSS + JS 인라인 구조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Pages / 로컬 파일 즉시 실행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Docker + Express 서버 배포 지원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3383280"/>
            <a:ext cx="7680960" cy="36576"/>
          </a:xfrm>
          <a:prstGeom prst="rect">
            <a:avLst/>
          </a:prstGeom>
          <a:solidFill>
            <a:srgbClr val="3A6A96"/>
          </a:solidFill>
          <a:ln w="12700">
            <a:solidFill>
              <a:srgbClr val="3A6A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Lecture Annotation Tool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A5B4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강사를 위한 가장 가벼운 실시간 PDF 주석 도구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584448"/>
            <a:ext cx="7680960" cy="4206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설치 불필요 — index.html 하나로 즉시 실행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59936"/>
            <a:ext cx="7680960" cy="4206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7가지 도구 · 4색 · 두께 조절 · 전체화면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535424"/>
            <a:ext cx="7680960" cy="4206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✅ 페이지별 주석 보존 · PNG 저장 · 단축키 완비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7A99B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🚀 바이브코딩랩  ·  vibecodinglab.ai.kr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2026-04-07T05:24:24Z</dcterms:created>
  <dcterms:modified xsi:type="dcterms:W3CDTF">2026-04-07T05:24:24Z</dcterms:modified>
</cp:coreProperties>
</file>