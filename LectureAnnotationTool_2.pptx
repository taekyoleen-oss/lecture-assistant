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60720"/>
            <a:ext cx="9144000" cy="109728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3152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82880" y="173736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5FA8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Annotation Tool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82880" y="3017520"/>
            <a:ext cx="8778240" cy="36576"/>
          </a:xfrm>
          <a:prstGeom prst="rect">
            <a:avLst/>
          </a:prstGeom>
          <a:solidFill>
            <a:srgbClr val="3A6A96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145536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위에 실시간 주석을 그리는 브라우저 기반 어노테이션 도구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2880" y="3840480"/>
            <a:ext cx="2098548" cy="47548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840480"/>
            <a:ext cx="209854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PDF.js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09444" y="3840480"/>
            <a:ext cx="2098548" cy="47548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9444" y="3840480"/>
            <a:ext cx="209854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Canvas API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36008" y="3840480"/>
            <a:ext cx="2098548" cy="47548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3840480"/>
            <a:ext cx="209854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Vanilla JS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62572" y="3840480"/>
            <a:ext cx="2098548" cy="47548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2572" y="3840480"/>
            <a:ext cx="209854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단일 HTML 파일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" y="5852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5852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 ·  vibecodinglab.ai.kr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  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33272"/>
            <a:ext cx="594360" cy="75372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33272"/>
            <a:ext cx="594360" cy="7537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1033272"/>
            <a:ext cx="8092440" cy="753727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69848"/>
            <a:ext cx="7818120" cy="3919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43498"/>
            <a:ext cx="7818120" cy="30692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· 대상 사용자 · 핵심 특징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841863"/>
            <a:ext cx="594360" cy="75372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841863"/>
            <a:ext cx="594360" cy="7537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1841863"/>
            <a:ext cx="8092440" cy="753727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878439"/>
            <a:ext cx="7818120" cy="3919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구성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252089"/>
            <a:ext cx="7818120" cy="30692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IDLE 화면 · PRESENTING 모드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2650454"/>
            <a:ext cx="594360" cy="75372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650454"/>
            <a:ext cx="594360" cy="7537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2650454"/>
            <a:ext cx="8092440" cy="753727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687030"/>
            <a:ext cx="7818120" cy="3919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그리기 도구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3060680"/>
            <a:ext cx="7818120" cy="30692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상세 설명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" y="3459045"/>
            <a:ext cx="594360" cy="75372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459045"/>
            <a:ext cx="594360" cy="7537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8680" y="3459045"/>
            <a:ext cx="8092440" cy="753727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495621"/>
            <a:ext cx="7818120" cy="3919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 &amp; 두께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3869271"/>
            <a:ext cx="7818120" cy="30692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색상 팔레트 · 선 두께 슬라이더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" y="4267635"/>
            <a:ext cx="594360" cy="75372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267635"/>
            <a:ext cx="594360" cy="7537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68680" y="4267635"/>
            <a:ext cx="8092440" cy="753727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304211"/>
            <a:ext cx="7818120" cy="3919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방법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5840" y="4677861"/>
            <a:ext cx="7818120" cy="30692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7단계 Step by Step 가이드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" y="5076226"/>
            <a:ext cx="594360" cy="75372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5076226"/>
            <a:ext cx="594360" cy="7537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68680" y="5076226"/>
            <a:ext cx="8092440" cy="753727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112802"/>
            <a:ext cx="7818120" cy="3919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키보드 단축키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05840" y="5486452"/>
            <a:ext cx="7818120" cy="30692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전환 · 슬라이드 이동 · 전체화면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82880" y="5884817"/>
            <a:ext cx="594360" cy="753727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5884817"/>
            <a:ext cx="594360" cy="7537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868680" y="5884817"/>
            <a:ext cx="8092440" cy="753727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5921393"/>
            <a:ext cx="7818120" cy="3919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05840" y="6295043"/>
            <a:ext cx="7818120" cy="30692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JS · PDF.js · Canvas API · Docker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앱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987552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PDF 강의자료 실시간 주석 도구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135331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44475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목적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10896" y="196596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 실시간 주석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흐름 유지하며 핵심 내용 시각적 강조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36008" y="135331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024" y="144475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👩‍🏫  대상 사용자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64024" y="196596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· 교육자 · 발표자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PDF로 변환한 강의자료를 활용하는 모든 사용자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405079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414223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핵심 특징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10896" y="466344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불필요 — 브라우저에서 즉시 실행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index.html 파일로 완결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36008" y="405079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414223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완전 로컬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64024" y="466344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통신 없음 · 외부 API 없음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파일은 브라우저 메모리 안에서만 처리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화면 구성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9875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페이지 · 두 가지 모드 전환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1335024"/>
            <a:ext cx="4325112" cy="5303520"/>
          </a:xfrm>
          <a:prstGeom prst="rect">
            <a:avLst/>
          </a:prstGeom>
          <a:solidFill>
            <a:srgbClr val="F9FA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44752"/>
            <a:ext cx="4050792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  IDLE 화면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956816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 PDF 드래그&amp;드롭 영역 (화면 전체)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612571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파일 선택 버튼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3268327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 비PDF 파일 → 오류 토스트 표시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3924082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암호화 PDF → 비밀번호 입력 프롬프트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4579838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⏳  로딩 스피너 + "PDF 로딩 중..." 표시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5235593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🌙  라이트 / 다크 테마 토글 버튼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891349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🦶  바이브코딩랩 푸터 (PRESENTING 시 숨김)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36008" y="1335024"/>
            <a:ext cx="4325112" cy="5303520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444752"/>
            <a:ext cx="4050792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🎬  PRESENTING 모드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1956816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 PDF 슬라이드 전체화면 렌더링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612571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Canvas 오버레이 — 7가지 그리기 도구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268327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우측 고정 툴바 (도구 · 색상 · 두께)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924082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⬇️  하단 컨트롤 바 (이전 / 다음 / 페이지)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4579838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💾  PNG 저장 버튼 (PDF+주석 합성)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5235593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⌨️  키보드 단축키 풀 지원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5891349"/>
            <a:ext cx="3995928" cy="65575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전체화면 API 토글 (F키)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그리기 도구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9875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· 숫자키 1~7로 즉시 전환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1353312"/>
            <a:ext cx="2112264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444752"/>
            <a:ext cx="1856232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펜 (1)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10896" y="1965960"/>
            <a:ext cx="1856232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곡선 드로잉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마우스/터치 이동 경로 그대로 기록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04872" y="1353312"/>
            <a:ext cx="2112264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444752"/>
            <a:ext cx="1856232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➡️  화살표 (2)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32888" y="1965960"/>
            <a:ext cx="1856232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방향으로 화살표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채운 삼각형 화살촉 표시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26864" y="1353312"/>
            <a:ext cx="2112264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44752"/>
            <a:ext cx="1856232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  동그라미 (3)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1965960"/>
            <a:ext cx="1856232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범위에 내접 타원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동일 방식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48856" y="1353312"/>
            <a:ext cx="2112264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1444752"/>
            <a:ext cx="1856232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⬜  네모 (4)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976872" y="1965960"/>
            <a:ext cx="1856232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드래그로 사각형 영역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윤곽선만 표시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" y="4050792"/>
            <a:ext cx="2840736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4142232"/>
            <a:ext cx="2584704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🅣  텍스트 (5)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10896" y="4663440"/>
            <a:ext cx="2584704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위치에 인라인 입력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바깥 클릭 시 Canvas에 고정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51632" y="4050792"/>
            <a:ext cx="2840736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9648" y="4142232"/>
            <a:ext cx="2584704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🖊️  형광펜 (6)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279648" y="4663440"/>
            <a:ext cx="2584704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반투명 색상으로 강조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넓은 선폭 자동 적용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0384" y="4050792"/>
            <a:ext cx="2840736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8400" y="4142232"/>
            <a:ext cx="2584704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⌫  지우개 (7)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248400" y="4663440"/>
            <a:ext cx="2584704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픽셀 단위 삭제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eraser stroke로 저장해 재현 가능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색상 &amp; 두께 설정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9875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색상 · 선 두께 슬라이더 · localStorage 자동 저장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1353312"/>
            <a:ext cx="2098548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44752"/>
            <a:ext cx="1915668" cy="1236269"/>
          </a:xfrm>
          <a:prstGeom prst="rect">
            <a:avLst/>
          </a:prstGeom>
          <a:solidFill>
            <a:srgbClr val="FF33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2754173"/>
            <a:ext cx="195224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" y="3101645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#FF3333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3375965"/>
            <a:ext cx="1952244" cy="281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강조 · 중요 표시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09444" y="1353312"/>
            <a:ext cx="2098548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00884" y="1444752"/>
            <a:ext cx="1915668" cy="1236269"/>
          </a:xfrm>
          <a:prstGeom prst="rect">
            <a:avLst/>
          </a:prstGeom>
          <a:solidFill>
            <a:srgbClr val="FFE0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2596" y="2754173"/>
            <a:ext cx="195224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Yellow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82596" y="3101645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#FFE033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82596" y="3375965"/>
            <a:ext cx="1952244" cy="281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· 메모 강조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008" y="1353312"/>
            <a:ext cx="2098548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444752"/>
            <a:ext cx="1915668" cy="1236269"/>
          </a:xfrm>
          <a:prstGeom prst="rect">
            <a:avLst/>
          </a:prstGeom>
          <a:solidFill>
            <a:srgbClr val="84CC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754173"/>
            <a:ext cx="195224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Lime Green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101645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#84CC16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375965"/>
            <a:ext cx="1952244" cy="281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 · 정답 표시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62572" y="1353312"/>
            <a:ext cx="2098548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4012" y="1444752"/>
            <a:ext cx="1915668" cy="1236269"/>
          </a:xfrm>
          <a:prstGeom prst="rect">
            <a:avLst/>
          </a:prstGeom>
          <a:solidFill>
            <a:srgbClr val="3B82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5724" y="2754173"/>
            <a:ext cx="195224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5724" y="3101645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#3B82F6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5724" y="3375965"/>
            <a:ext cx="1952244" cy="281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설명 · 링크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3877056"/>
            <a:ext cx="8778240" cy="276148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684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🎚️  선 두께 슬라이더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4352544"/>
            <a:ext cx="8412480" cy="2212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4px  ·  최소~최대 슬라이더 조절  ·  선택한 값은 localStorage에 자동 저장  ·  재실행 시 자동 복원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사용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182189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2189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1024128"/>
            <a:ext cx="8247888" cy="75503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060704"/>
            <a:ext cx="2011680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준비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9504" y="1137383"/>
            <a:ext cx="18288" cy="52852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1060704"/>
            <a:ext cx="5980176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/ Keynote / Google Slides → PDF로 내보내기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" y="1992086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99208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" y="1834025"/>
            <a:ext cx="8247888" cy="75503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870601"/>
            <a:ext cx="2011680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열기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89504" y="1947280"/>
            <a:ext cx="18288" cy="52852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1870601"/>
            <a:ext cx="5980176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index.html 파일 열기 (설치 불필요)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" y="2801983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80198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2643922"/>
            <a:ext cx="8247888" cy="75503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680498"/>
            <a:ext cx="2011680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로드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89504" y="2757177"/>
            <a:ext cx="18288" cy="52852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2680498"/>
            <a:ext cx="5980176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파일을 화면에 드래그&amp;드롭 하거나 클릭해서 선택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" y="361188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611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" y="3453819"/>
            <a:ext cx="8247888" cy="75503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490395"/>
            <a:ext cx="2011680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선택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889504" y="3567074"/>
            <a:ext cx="18288" cy="52852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3490395"/>
            <a:ext cx="5980176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툴바에서 도구·색상·두께 선택 (숫자키 1~7)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2880" y="4421777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421777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3232" y="4263717"/>
            <a:ext cx="8247888" cy="75503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4300293"/>
            <a:ext cx="2011680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889504" y="4376972"/>
            <a:ext cx="18288" cy="52852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4300293"/>
            <a:ext cx="5980176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위에서 마우스/터치로 자유롭게 주석 추가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82880" y="5231674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523167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3232" y="5073614"/>
            <a:ext cx="8247888" cy="75503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110190"/>
            <a:ext cx="2011680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이동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889504" y="5186869"/>
            <a:ext cx="18288" cy="52852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80944" y="5110190"/>
            <a:ext cx="5980176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→ 방향키 또는 하단 버튼 · 주석은 페이지별 자동 보존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82880" y="6041571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6041571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3232" y="5883511"/>
            <a:ext cx="8247888" cy="75503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920087"/>
            <a:ext cx="2011680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PNG 저장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889504" y="5996766"/>
            <a:ext cx="18288" cy="52852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80944" y="5920087"/>
            <a:ext cx="5980176" cy="68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💾 버튼 클릭 → slide-N.png 다운로드 (PDF+주석 합성)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키보드 단축키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9875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없이 모든 기능 제어 가능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1353312"/>
            <a:ext cx="4325112" cy="52852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463040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도구 선택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" y="2121408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212140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93852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" y="2779776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77977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59689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화살표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9184" y="3438144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343814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25526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동그라미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" y="4096512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4096512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91363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9184" y="4754880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475488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5720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9184" y="5413248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541324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523036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형광펜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9184" y="6071616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607161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588873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지우개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36008" y="1353312"/>
            <a:ext cx="4325112" cy="52852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1463040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슬라이드 &amp; 화면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82312" y="2368296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2368296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1938528"/>
            <a:ext cx="342900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슬라이드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782312" y="3520440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352044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3090672"/>
            <a:ext cx="342900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슬라이드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782312" y="4672584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467258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4242816"/>
            <a:ext cx="342900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슬라이드 주석 초기화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782312" y="5824728"/>
            <a:ext cx="56692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58247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40680" y="5394960"/>
            <a:ext cx="3429000" cy="11521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전체화면 토글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7680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기술 스택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98755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의존성 최소화 · 브라우저 네이티브 API 활용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135331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44475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PDF.js (CDN)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10896" y="196596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Mozilla 공식 PDF 렌더링 라이브러리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v3.11.174 · Eager 전체 페이지 렌더링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PDF 지원 (onPassword 콜백)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36008" y="135331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024" y="144475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HTML5 Canvas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64024" y="196596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레이어 분리: pdf-layer / draw-layer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destination-out 합성으로 지우개 구현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좌표 0~1 정규화 저장 (해상도 독립)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405079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414223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Vanilla JS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10896" y="466344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순수 JS (프레임워크 없음)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async/await 패턴 통일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모듈: PDFRenderer, StrokeStore 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36008" y="4050792"/>
            <a:ext cx="4325112" cy="25877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4142232"/>
            <a:ext cx="4069080" cy="4754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배포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64024" y="4663440"/>
            <a:ext cx="4069080" cy="1901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index.html — 로컬 파일 즉시 실행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+ Express 서버 배포 지원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 정적 배포 가능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60720"/>
            <a:ext cx="9144000" cy="109728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31520"/>
            <a:ext cx="8778240" cy="9144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Annotation Tool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82880" y="1737360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가장 가벼운 실시간 PDF 주석 도구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" y="2340864"/>
            <a:ext cx="8778240" cy="36576"/>
          </a:xfrm>
          <a:prstGeom prst="rect">
            <a:avLst/>
          </a:prstGeom>
          <a:solidFill>
            <a:srgbClr val="3A6A96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487168"/>
            <a:ext cx="2840736" cy="318211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596896"/>
            <a:ext cx="284073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3127248"/>
            <a:ext cx="26578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파일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3511296"/>
            <a:ext cx="2657856" cy="20665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index.html 하나로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1632" y="2487168"/>
            <a:ext cx="2840736" cy="318211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1632" y="2596896"/>
            <a:ext cx="284073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3072" y="3127248"/>
            <a:ext cx="26578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3072" y="3511296"/>
            <a:ext cx="2657856" cy="20665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펜·화살표·도형·텍스트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형광펜·지우개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0384" y="2487168"/>
            <a:ext cx="2840736" cy="318211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0384" y="2596896"/>
            <a:ext cx="284073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⌨️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1824" y="3127248"/>
            <a:ext cx="2657856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 완비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1824" y="3511296"/>
            <a:ext cx="2657856" cy="20665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이동·주석 초기화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전체화면·PNG 저장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" y="58521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바이브코딩랩  ·  vibecodinglab.ai.kr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2026-04-07T09:07:39Z</dcterms:created>
  <dcterms:modified xsi:type="dcterms:W3CDTF">2026-04-07T09:07:39Z</dcterms:modified>
</cp:coreProperties>
</file>